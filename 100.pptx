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27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02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6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6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0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28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55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1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38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1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2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004D480-22CB-4787-AC31-761FA2A412C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D595D80-54D0-47D3-A78C-DF33E6AFA1A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55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047A-3D90-508F-453E-743AA426D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Project 5:Custom OCR System</a:t>
            </a:r>
            <a:br>
              <a:rPr lang="en-IN" b="1" dirty="0"/>
            </a:br>
            <a:r>
              <a:rPr lang="en-US" sz="2700" dirty="0"/>
              <a:t>Using YOLOv3 + Tesseract for Lab Report Processing</a:t>
            </a:r>
            <a:br>
              <a:rPr lang="en-US" dirty="0"/>
            </a:br>
            <a:r>
              <a:rPr lang="en-US" sz="1300" dirty="0"/>
              <a:t>Built on Google Colab with Python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DD7-65E2-E057-FF22-CD7D9076B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cap="none" dirty="0">
                <a:solidFill>
                  <a:schemeClr val="tx1"/>
                </a:solidFill>
              </a:rPr>
              <a:t>Gurpreet kaur</a:t>
            </a:r>
          </a:p>
          <a:p>
            <a:r>
              <a:rPr lang="en-US" b="1" cap="none" dirty="0">
                <a:solidFill>
                  <a:schemeClr val="tx1"/>
                </a:solidFill>
              </a:rPr>
              <a:t>Submission Date: 10 NOV 2025</a:t>
            </a:r>
            <a:endParaRPr lang="en-IN" b="1" cap="none" dirty="0">
              <a:solidFill>
                <a:schemeClr val="tx1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24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243C-A7B3-D82D-F490-AB36D74F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DD61-741D-2121-15BD-799D39244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5905"/>
          </a:xfrm>
        </p:spPr>
        <p:txBody>
          <a:bodyPr>
            <a:noAutofit/>
          </a:bodyPr>
          <a:lstStyle/>
          <a:p>
            <a:r>
              <a:rPr lang="en-IN" dirty="0"/>
              <a:t>🔬</a:t>
            </a:r>
            <a:r>
              <a:rPr lang="en-US" dirty="0"/>
              <a:t>Lab reports contain structured data in specific regions</a:t>
            </a:r>
          </a:p>
          <a:p>
            <a:r>
              <a:rPr lang="en-US" dirty="0"/>
              <a:t>📄 Need to extract text from specific areas automatically</a:t>
            </a:r>
          </a:p>
          <a:p>
            <a:r>
              <a:rPr lang="en-US" dirty="0"/>
              <a:t>✏️ Convert scanned reports into editable digital format</a:t>
            </a:r>
          </a:p>
          <a:p>
            <a:r>
              <a:rPr lang="en-US" dirty="0"/>
              <a:t>⚡ Process multiple reports efficiently</a:t>
            </a:r>
          </a:p>
        </p:txBody>
      </p:sp>
    </p:spTree>
    <p:extLst>
      <p:ext uri="{BB962C8B-B14F-4D97-AF65-F5344CB8AC3E}">
        <p14:creationId xmlns:p14="http://schemas.microsoft.com/office/powerpoint/2010/main" val="374614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28C7-7E90-9BE2-6B1A-64DC4A41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💡 Our 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A0357-553F-A74A-3975-415D3C7F8905}"/>
              </a:ext>
            </a:extLst>
          </p:cNvPr>
          <p:cNvSpPr txBox="1"/>
          <p:nvPr/>
        </p:nvSpPr>
        <p:spPr>
          <a:xfrm>
            <a:off x="1386349" y="1880107"/>
            <a:ext cx="609600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Segoe UI" panose="020B0502040204020203" pitchFamily="34" charset="0"/>
              </a:rPr>
              <a:t>YOLOv3</a:t>
            </a:r>
          </a:p>
          <a:p>
            <a:pPr lvl="1">
              <a:spcAft>
                <a:spcPts val="1500"/>
              </a:spcAft>
            </a:pPr>
            <a:r>
              <a:rPr lang="en-IN" b="1" dirty="0">
                <a:latin typeface="Segoe UI" panose="020B0502040204020203" pitchFamily="34" charset="0"/>
              </a:rPr>
              <a:t> </a:t>
            </a:r>
            <a:r>
              <a:rPr lang="en-US" dirty="0"/>
              <a:t>Detects specific regions in lab reports (headers, tables, results)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Tesseract OCR</a:t>
            </a:r>
          </a:p>
          <a:p>
            <a:pPr lvl="1"/>
            <a:r>
              <a:rPr lang="en-US" dirty="0"/>
              <a:t>Extracts text from detected regions with high accuracy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Preprocessing</a:t>
            </a:r>
          </a:p>
          <a:p>
            <a:pPr lvl="1"/>
            <a:r>
              <a:rPr lang="en-US" dirty="0"/>
              <a:t>Enhances image quality for better text recognition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CSV Export</a:t>
            </a:r>
          </a:p>
          <a:p>
            <a:pPr lvl="1"/>
            <a:r>
              <a:rPr lang="en-US" dirty="0"/>
              <a:t>Structured output with coordinates and extracted text</a:t>
            </a:r>
          </a:p>
          <a:p>
            <a:endParaRPr lang="en-US" dirty="0"/>
          </a:p>
          <a:p>
            <a:pPr>
              <a:spcAft>
                <a:spcPts val="1500"/>
              </a:spcAft>
              <a:buNone/>
            </a:pPr>
            <a:endParaRPr lang="en-IN" b="1" i="0" dirty="0">
              <a:solidFill>
                <a:srgbClr val="FFD7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87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0B05-9B60-615B-C831-3434394F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🏗️ System Architecture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3EB1868-AF81-B1C1-5B32-BF8647D60F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4788" y="2384807"/>
            <a:ext cx="9598180" cy="358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0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A244-6B94-D7D4-8BFB-E7AB1A46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🎯 YOLOv3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DD43-6652-E977-393A-2180EAE3A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3188" y="1855567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📦 </a:t>
            </a:r>
            <a:r>
              <a:rPr lang="en-US" b="1" dirty="0"/>
              <a:t>You Only Look Once</a:t>
            </a:r>
            <a:r>
              <a:rPr lang="en-US" dirty="0"/>
              <a:t> - Real-time detection</a:t>
            </a:r>
          </a:p>
          <a:p>
            <a:r>
              <a:rPr lang="en-US" dirty="0"/>
              <a:t>🎨 Identifies specific regions in lab reports</a:t>
            </a:r>
          </a:p>
          <a:p>
            <a:r>
              <a:rPr lang="en-US" dirty="0"/>
              <a:t>📍 Returns bounding box coordinates (x, y, width, height)</a:t>
            </a:r>
          </a:p>
          <a:p>
            <a:r>
              <a:rPr lang="en-US" dirty="0"/>
              <a:t>✅ Confidence threshold &gt; 50% for accuracy</a:t>
            </a:r>
          </a:p>
          <a:p>
            <a:r>
              <a:rPr lang="en-US" dirty="0"/>
              <a:t>🔄 Non-Maximum Suppression to remove duplicates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91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A377-FDA0-E967-A8F4-76B6A383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🔧 Image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7DE62-D2A7-1381-0637-16DC7AA8B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1845735"/>
            <a:ext cx="10058400" cy="4023360"/>
          </a:xfrm>
        </p:spPr>
        <p:txBody>
          <a:bodyPr/>
          <a:lstStyle/>
          <a:p>
            <a:r>
              <a:rPr lang="en-US" dirty="0"/>
              <a:t>🔍 </a:t>
            </a:r>
            <a:r>
              <a:rPr lang="en-US" b="1" dirty="0"/>
              <a:t>Resize 3x</a:t>
            </a:r>
            <a:r>
              <a:rPr lang="en-US" dirty="0"/>
              <a:t> - Enhance small text visibility</a:t>
            </a:r>
          </a:p>
          <a:p>
            <a:r>
              <a:rPr lang="en-IN" dirty="0"/>
              <a:t>⚫ </a:t>
            </a:r>
            <a:r>
              <a:rPr lang="en-IN" b="1" dirty="0"/>
              <a:t>Grayscale</a:t>
            </a:r>
            <a:r>
              <a:rPr lang="en-IN" dirty="0"/>
              <a:t> - Convert to single channel</a:t>
            </a:r>
          </a:p>
          <a:p>
            <a:r>
              <a:rPr lang="en-IN" dirty="0"/>
              <a:t>🌫️ </a:t>
            </a:r>
            <a:r>
              <a:rPr lang="en-IN" b="1" dirty="0"/>
              <a:t>Gaussian Blur</a:t>
            </a:r>
            <a:r>
              <a:rPr lang="en-IN" dirty="0"/>
              <a:t> - Reduce noise (5x5 kernel)</a:t>
            </a:r>
          </a:p>
          <a:p>
            <a:r>
              <a:rPr lang="en-US" dirty="0"/>
              <a:t>◼️ </a:t>
            </a:r>
            <a:r>
              <a:rPr lang="en-US" b="1" dirty="0"/>
              <a:t>Otsu Thresholding</a:t>
            </a:r>
            <a:r>
              <a:rPr lang="en-US" dirty="0"/>
              <a:t> - Binary image conversion</a:t>
            </a:r>
          </a:p>
          <a:p>
            <a:r>
              <a:rPr lang="en-US" dirty="0"/>
              <a:t>🔄 </a:t>
            </a:r>
            <a:r>
              <a:rPr lang="en-US" b="1" dirty="0"/>
              <a:t>Bitwise NOT</a:t>
            </a:r>
            <a:r>
              <a:rPr lang="en-US" dirty="0"/>
              <a:t> - Black text on white background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9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D72C-D459-D039-FFD8-0608C695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📖 Tesseract OCR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E35E0-D4D8-B8F4-AE28-7E271D52C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8556" y="2071876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🤖 Open-source OCR engine by Google</a:t>
            </a:r>
          </a:p>
          <a:p>
            <a:r>
              <a:rPr lang="en-IN" dirty="0"/>
              <a:t>🔤 Supports 100+ languages</a:t>
            </a:r>
          </a:p>
          <a:p>
            <a:r>
              <a:rPr lang="en-US" dirty="0"/>
              <a:t>⚙️ PSM 6 mode - Uniform block of text</a:t>
            </a:r>
          </a:p>
          <a:p>
            <a:r>
              <a:rPr lang="en-US" dirty="0"/>
              <a:t>📊 Extracts text with layout preservation</a:t>
            </a:r>
          </a:p>
          <a:p>
            <a:r>
              <a:rPr lang="en-US" dirty="0"/>
              <a:t>✨ Works best with preprocessed 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75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0068-0FA2-7717-DDF4-8BE0B383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🛠️ Technology Stack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B740DA-A6AB-AA54-6E36-82BF5D470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2686" y="1885062"/>
            <a:ext cx="4937760" cy="4513025"/>
          </a:xfrm>
        </p:spPr>
        <p:txBody>
          <a:bodyPr>
            <a:normAutofit/>
          </a:bodyPr>
          <a:lstStyle/>
          <a:p>
            <a:r>
              <a:rPr lang="en-IN" b="1" dirty="0"/>
              <a:t>🐍 Python</a:t>
            </a:r>
          </a:p>
          <a:p>
            <a:r>
              <a:rPr lang="en-IN" dirty="0"/>
              <a:t>Core programming language</a:t>
            </a:r>
          </a:p>
          <a:p>
            <a:r>
              <a:rPr lang="en-IN" b="1" dirty="0"/>
              <a:t>📓 Google Colab</a:t>
            </a:r>
          </a:p>
          <a:p>
            <a:r>
              <a:rPr lang="en-IN" dirty="0"/>
              <a:t>Free GPU runtime environment</a:t>
            </a:r>
          </a:p>
          <a:p>
            <a:r>
              <a:rPr lang="en-IN" b="1" dirty="0"/>
              <a:t>📁 Google Drive</a:t>
            </a:r>
          </a:p>
          <a:p>
            <a:r>
              <a:rPr lang="en-IN" dirty="0"/>
              <a:t>Dataset and model storage</a:t>
            </a:r>
          </a:p>
          <a:p>
            <a:r>
              <a:rPr lang="en-IN" b="1" dirty="0"/>
              <a:t>📚 Libraries</a:t>
            </a:r>
          </a:p>
          <a:p>
            <a:r>
              <a:rPr lang="en-IN" dirty="0"/>
              <a:t>OpenCV, </a:t>
            </a:r>
            <a:r>
              <a:rPr lang="en-IN" dirty="0" err="1"/>
              <a:t>PyTesseract</a:t>
            </a:r>
            <a:r>
              <a:rPr lang="en-IN" dirty="0"/>
              <a:t>, NumPy, Pandas</a:t>
            </a:r>
          </a:p>
        </p:txBody>
      </p:sp>
    </p:spTree>
    <p:extLst>
      <p:ext uri="{BB962C8B-B14F-4D97-AF65-F5344CB8AC3E}">
        <p14:creationId xmlns:p14="http://schemas.microsoft.com/office/powerpoint/2010/main" val="282871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A295-2BCD-69F4-BE01-83314567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⭐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4AAC-4B0F-3255-6262-D13C95EF6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905" y="2042380"/>
            <a:ext cx="4937760" cy="4023360"/>
          </a:xfrm>
        </p:spPr>
        <p:txBody>
          <a:bodyPr/>
          <a:lstStyle/>
          <a:p>
            <a:r>
              <a:rPr lang="en-IN" dirty="0"/>
              <a:t>🚀 </a:t>
            </a:r>
            <a:r>
              <a:rPr lang="en-IN" b="1" dirty="0"/>
              <a:t>No Classes</a:t>
            </a:r>
            <a:r>
              <a:rPr lang="en-IN" dirty="0"/>
              <a:t> - Simple, straightforward code</a:t>
            </a:r>
          </a:p>
          <a:p>
            <a:r>
              <a:rPr lang="en-IN" dirty="0"/>
              <a:t>📦 </a:t>
            </a:r>
            <a:r>
              <a:rPr lang="en-IN" b="1" dirty="0"/>
              <a:t>Batch Processing</a:t>
            </a:r>
            <a:r>
              <a:rPr lang="en-IN" dirty="0"/>
              <a:t> - Handle multiple images</a:t>
            </a:r>
          </a:p>
          <a:p>
            <a:r>
              <a:rPr lang="en-IN" dirty="0"/>
              <a:t>💾 </a:t>
            </a:r>
            <a:r>
              <a:rPr lang="en-IN" b="1" dirty="0"/>
              <a:t>Auto Save</a:t>
            </a:r>
            <a:r>
              <a:rPr lang="en-IN" dirty="0"/>
              <a:t> - Results to CSV automatically</a:t>
            </a:r>
          </a:p>
          <a:p>
            <a:r>
              <a:rPr lang="en-IN" dirty="0"/>
              <a:t>🖼️ </a:t>
            </a:r>
            <a:r>
              <a:rPr lang="en-IN" b="1" dirty="0"/>
              <a:t>Visualization</a:t>
            </a:r>
            <a:r>
              <a:rPr lang="en-IN" dirty="0"/>
              <a:t> - Images with bounding boxes</a:t>
            </a:r>
          </a:p>
          <a:p>
            <a:r>
              <a:rPr lang="en-IN" dirty="0"/>
              <a:t>📊 </a:t>
            </a:r>
            <a:r>
              <a:rPr lang="en-IN" b="1" dirty="0"/>
              <a:t>Summary Report</a:t>
            </a:r>
            <a:r>
              <a:rPr lang="en-IN" dirty="0"/>
              <a:t> - Processing statistics</a:t>
            </a:r>
          </a:p>
        </p:txBody>
      </p:sp>
    </p:spTree>
    <p:extLst>
      <p:ext uri="{BB962C8B-B14F-4D97-AF65-F5344CB8AC3E}">
        <p14:creationId xmlns:p14="http://schemas.microsoft.com/office/powerpoint/2010/main" val="12290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BA27F-5CE4-56C0-9F58-023B6DD0B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404812"/>
            <a:ext cx="1017270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41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D2E5-7D3F-A2A3-7111-9AF21F3C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✨ Results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3E4B-E48B-535C-5001-2F3683421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68939" y="1928978"/>
            <a:ext cx="4937760" cy="4642419"/>
          </a:xfrm>
        </p:spPr>
        <p:txBody>
          <a:bodyPr>
            <a:noAutofit/>
          </a:bodyPr>
          <a:lstStyle/>
          <a:p>
            <a:r>
              <a:rPr lang="en-US" dirty="0"/>
              <a:t>⚡ </a:t>
            </a:r>
            <a:r>
              <a:rPr lang="en-US" b="1" dirty="0"/>
              <a:t>Fast Processing</a:t>
            </a:r>
            <a:r>
              <a:rPr lang="en-US" dirty="0"/>
              <a:t> - Seconds per image</a:t>
            </a:r>
          </a:p>
          <a:p>
            <a:r>
              <a:rPr lang="en-US" dirty="0"/>
              <a:t>🎯 </a:t>
            </a:r>
            <a:r>
              <a:rPr lang="en-US" b="1" dirty="0"/>
              <a:t>High Accuracy</a:t>
            </a:r>
            <a:r>
              <a:rPr lang="en-US" dirty="0"/>
              <a:t> - With proper preprocessing</a:t>
            </a:r>
          </a:p>
          <a:p>
            <a:r>
              <a:rPr lang="en-US" dirty="0"/>
              <a:t>💰 </a:t>
            </a:r>
            <a:r>
              <a:rPr lang="en-US" b="1" dirty="0"/>
              <a:t>Cost Effective</a:t>
            </a:r>
            <a:r>
              <a:rPr lang="en-US" dirty="0"/>
              <a:t> - Free tools and cloud resources</a:t>
            </a:r>
          </a:p>
          <a:p>
            <a:r>
              <a:rPr lang="en-US" dirty="0"/>
              <a:t>🔄 </a:t>
            </a:r>
            <a:r>
              <a:rPr lang="en-US" b="1" dirty="0"/>
              <a:t>Scalable</a:t>
            </a:r>
            <a:r>
              <a:rPr lang="en-US" dirty="0"/>
              <a:t> - Process hundreds of reports</a:t>
            </a:r>
          </a:p>
          <a:p>
            <a:r>
              <a:rPr lang="en-US" dirty="0"/>
              <a:t>📊 </a:t>
            </a:r>
            <a:r>
              <a:rPr lang="en-US" b="1" dirty="0"/>
              <a:t>Structured Data</a:t>
            </a:r>
            <a:r>
              <a:rPr lang="en-US" dirty="0"/>
              <a:t> - Easy to analyze and integrate</a:t>
            </a:r>
          </a:p>
        </p:txBody>
      </p:sp>
    </p:spTree>
    <p:extLst>
      <p:ext uri="{BB962C8B-B14F-4D97-AF65-F5344CB8AC3E}">
        <p14:creationId xmlns:p14="http://schemas.microsoft.com/office/powerpoint/2010/main" val="384880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AEAB-DF00-B8DB-EB74-F32A7A4A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956" y="2262547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Thanks </a:t>
            </a: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3079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72FC8-AB06-40E9-9301-116B47014420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</TotalTime>
  <Words>353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Segoe UI</vt:lpstr>
      <vt:lpstr>Wingdings</vt:lpstr>
      <vt:lpstr>Retrospect</vt:lpstr>
      <vt:lpstr>Project 5:Custom OCR System Using YOLOv3 + Tesseract for Lab Report Processing Built on Google Colab with Python </vt:lpstr>
      <vt:lpstr>Problem Statement</vt:lpstr>
      <vt:lpstr>💡 Our Solution</vt:lpstr>
      <vt:lpstr>🏗️ System Architecture</vt:lpstr>
      <vt:lpstr>🎯 YOLOv3 Object Detection</vt:lpstr>
      <vt:lpstr>🔧 Image Preprocessing</vt:lpstr>
      <vt:lpstr>📖 Tesseract OCR Engine</vt:lpstr>
      <vt:lpstr>🛠️ Technology Stack</vt:lpstr>
      <vt:lpstr>⭐ Key Features</vt:lpstr>
      <vt:lpstr>PowerPoint Presentation</vt:lpstr>
      <vt:lpstr>✨ Results &amp; Benefits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gurpreet kaur</dc:creator>
  <cp:lastModifiedBy>gurpreet kaur</cp:lastModifiedBy>
  <cp:revision>2</cp:revision>
  <dcterms:created xsi:type="dcterms:W3CDTF">2025-04-24T08:37:28Z</dcterms:created>
  <dcterms:modified xsi:type="dcterms:W3CDTF">2025-11-10T06:47:43Z</dcterms:modified>
</cp:coreProperties>
</file>